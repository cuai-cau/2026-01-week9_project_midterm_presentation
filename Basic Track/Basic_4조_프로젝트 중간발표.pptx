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5143500" type="screen16x9"/>
  <p:notesSz cx="6858000" cy="9144000"/>
  <p:embeddedFontLst>
    <p:embeddedFont>
      <p:font typeface="NanumGothic" panose="020D0604000000000000" pitchFamily="34" charset="-127"/>
      <p:regular r:id="rId10"/>
      <p:bold r:id="rId11"/>
    </p:embeddedFont>
    <p:embeddedFont>
      <p:font typeface="NanumGothicExtraBold" pitchFamily="2" charset="-127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>
      <p:cViewPr>
        <p:scale>
          <a:sx n="100" d="100"/>
          <a:sy n="100" d="100"/>
        </p:scale>
        <p:origin x="2944" y="17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F2B9B7D-F71E-FE4F-1170-915F0264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02DCA839-77EB-2B5F-2C04-1C59C34F6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52F8E2E6-4724-209C-EAFD-C22CF1E0D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843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10D69A-E2B8-5CFF-E4D8-F34D2F76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>
            <a:extLst>
              <a:ext uri="{FF2B5EF4-FFF2-40B4-BE49-F238E27FC236}">
                <a16:creationId xmlns:a16="http://schemas.microsoft.com/office/drawing/2014/main" id="{8C65D1F8-164E-1D66-C381-5EA5F8450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>
            <a:extLst>
              <a:ext uri="{FF2B5EF4-FFF2-40B4-BE49-F238E27FC236}">
                <a16:creationId xmlns:a16="http://schemas.microsoft.com/office/drawing/2014/main" id="{ACEFE275-7BD8-253A-6E48-19DDD4C14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211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Gothic"/>
                <a:ea typeface="NanumGothic"/>
                <a:cs typeface="Nanum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Gothic"/>
                <a:ea typeface="NanumGothic"/>
                <a:cs typeface="Nanum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Gothic"/>
                <a:ea typeface="NanumGothic"/>
                <a:cs typeface="Nanum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4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2025.0</a:t>
            </a:r>
            <a:r>
              <a:rPr lang="en-US" altLang="ko" dirty="0">
                <a:solidFill>
                  <a:srgbClr val="19264B"/>
                </a:solidFill>
              </a:rPr>
              <a:t>4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강태혁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75" name="Google Shape;75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137600" y="1820125"/>
            <a:ext cx="22821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강태혁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 err="1"/>
              <a:t>인선우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</a:t>
            </a:r>
            <a:r>
              <a:rPr lang="ko-KR" altLang="en-US" dirty="0"/>
              <a:t> 이경환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.</a:t>
            </a:r>
            <a:endParaRPr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EECA11-E945-2953-0076-0A07140DB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84" y="1352550"/>
            <a:ext cx="1815016" cy="323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" name="Google Shape;84;p15">
            <a:extLst>
              <a:ext uri="{FF2B5EF4-FFF2-40B4-BE49-F238E27FC236}">
                <a16:creationId xmlns:a16="http://schemas.microsoft.com/office/drawing/2014/main" id="{9E3F9FD7-EF2E-570B-C771-46E58C8100DF}"/>
              </a:ext>
            </a:extLst>
          </p:cNvPr>
          <p:cNvSpPr txBox="1"/>
          <p:nvPr/>
        </p:nvSpPr>
        <p:spPr>
          <a:xfrm>
            <a:off x="2082300" y="1250440"/>
            <a:ext cx="49794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+mn-lt"/>
              </a:rPr>
              <a:t>01. </a:t>
            </a:r>
            <a:r>
              <a:rPr lang="ko-KR" altLang="en-US" sz="2000" dirty="0">
                <a:latin typeface="+mn-lt"/>
              </a:rPr>
              <a:t>주제 소개</a:t>
            </a:r>
            <a:endParaRPr lang="en-US" altLang="ko-KR" sz="2000" dirty="0">
              <a:latin typeface="+mn-lt"/>
            </a:endParaRPr>
          </a:p>
          <a:p>
            <a:pPr marL="457200" lvl="0" indent="-457200">
              <a:lnSpc>
                <a:spcPct val="115000"/>
              </a:lnSpc>
              <a:buAutoNum type="arabicPeriod"/>
            </a:pP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solidFill>
                  <a:srgbClr val="19264B"/>
                </a:solidFill>
                <a:latin typeface="+mn-lt"/>
                <a:ea typeface="NanumGothicExtraBold"/>
                <a:sym typeface="NanumGothicExtraBold"/>
              </a:rPr>
              <a:t>02. </a:t>
            </a:r>
            <a:r>
              <a:rPr lang="ko-KR" altLang="en-US" sz="2000" dirty="0"/>
              <a:t>데이터셋 설명</a:t>
            </a:r>
            <a:endParaRPr lang="en-US" altLang="ko-KR" sz="2000" dirty="0"/>
          </a:p>
          <a:p>
            <a:pPr lvl="0">
              <a:lnSpc>
                <a:spcPct val="115000"/>
              </a:lnSpc>
            </a:pPr>
            <a:endParaRPr lang="en-US" altLang="ko-KR" sz="2000" dirty="0">
              <a:solidFill>
                <a:srgbClr val="19264B"/>
              </a:solidFill>
              <a:latin typeface="+mn-lt"/>
              <a:ea typeface="NanumGothicExtraBold"/>
              <a:cs typeface="NanumGothicExtraBold"/>
              <a:sym typeface="NanumGothic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2000" dirty="0">
                <a:solidFill>
                  <a:srgbClr val="19264B"/>
                </a:solidFill>
                <a:latin typeface="+mn-lt"/>
                <a:ea typeface="NanumGothicExtraBold"/>
                <a:cs typeface="NanumGothicExtraBold"/>
                <a:sym typeface="NanumGothicExtraBold"/>
              </a:rPr>
              <a:t>03.</a:t>
            </a:r>
            <a:r>
              <a:rPr lang="ko-KR" altLang="en-US" sz="2000" dirty="0">
                <a:solidFill>
                  <a:srgbClr val="19264B"/>
                </a:solidFill>
                <a:latin typeface="+mn-lt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ko-KR" altLang="en-US" sz="2000" dirty="0">
                <a:sym typeface="NanumGothicExtraBold"/>
              </a:rPr>
              <a:t>프로젝트 목표</a:t>
            </a:r>
            <a:endParaRPr lang="en-US" altLang="ko-KR" sz="2000" dirty="0">
              <a:sym typeface="NanumGothic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주제 소개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C1C2C9E-060F-C356-9628-0EA4519D0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599" y="1291842"/>
            <a:ext cx="5904774" cy="35447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4860E-03A8-072E-40E5-4EF40E680ED9}"/>
              </a:ext>
            </a:extLst>
          </p:cNvPr>
          <p:cNvSpPr txBox="1"/>
          <p:nvPr/>
        </p:nvSpPr>
        <p:spPr>
          <a:xfrm>
            <a:off x="1625599" y="9016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0" i="0" dirty="0">
                <a:solidFill>
                  <a:srgbClr val="3C4043"/>
                </a:solidFill>
                <a:effectLst/>
                <a:latin typeface="Inter"/>
              </a:rPr>
              <a:t>Predict the likelihood of customer churn.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74F92B28-7F67-3046-562B-4F10FAFF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0C941B6-EBC1-6AF7-CF3B-B017DC75DCA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BB3BB234-8263-376E-88C6-56B45687ED3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90C402B8-3CEE-1A54-F088-09C41DE7A3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67A9C1A-7DBB-368B-2C9A-69C931442B3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9D84DC-B14F-647A-C5E8-3C496CE4B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218728"/>
            <a:ext cx="7468325" cy="270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0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CE3ED288-35C2-E848-1E33-ED718909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E760F3B6-9ECF-0415-7CC6-2C18B0AB57A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>
            <a:extLst>
              <a:ext uri="{FF2B5EF4-FFF2-40B4-BE49-F238E27FC236}">
                <a16:creationId xmlns:a16="http://schemas.microsoft.com/office/drawing/2014/main" id="{F51CA7F1-3017-6362-56E2-80637B412CB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2D9B114C-904C-F4B1-95AC-8F3802BDD7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7F55AD8-8153-9DC0-D5FA-45FF50697DB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목표</a:t>
            </a:r>
            <a:endParaRPr sz="2000" dirty="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C03D8-7E8A-F2D4-F852-CE1BF46A3F57}"/>
              </a:ext>
            </a:extLst>
          </p:cNvPr>
          <p:cNvSpPr txBox="1"/>
          <p:nvPr/>
        </p:nvSpPr>
        <p:spPr>
          <a:xfrm>
            <a:off x="1612675" y="198907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LightGBM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XGBoost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CatBoost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활용한 앙상블</a:t>
            </a:r>
            <a:r>
              <a:rPr lang="en-US" altLang="ko-KR" sz="1400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8CB89-C373-6DFF-109F-BA9748F2AA4D}"/>
              </a:ext>
            </a:extLst>
          </p:cNvPr>
          <p:cNvSpPr txBox="1"/>
          <p:nvPr/>
        </p:nvSpPr>
        <p:spPr>
          <a:xfrm>
            <a:off x="1612675" y="148107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EDA </a:t>
            </a:r>
            <a:r>
              <a:rPr lang="ko-KR" altLang="en-US" dirty="0"/>
              <a:t>연습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D4355-0E61-7A11-3F10-454D98F374D8}"/>
              </a:ext>
            </a:extLst>
          </p:cNvPr>
          <p:cNvSpPr txBox="1"/>
          <p:nvPr/>
        </p:nvSpPr>
        <p:spPr>
          <a:xfrm>
            <a:off x="1612675" y="25717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상위 </a:t>
            </a:r>
            <a:r>
              <a:rPr lang="ko-KR" altLang="en-US" dirty="0" err="1"/>
              <a:t>랭크된</a:t>
            </a:r>
            <a:r>
              <a:rPr lang="ko-KR" altLang="en-US" dirty="0"/>
              <a:t> 팀의 코드 분석</a:t>
            </a:r>
          </a:p>
        </p:txBody>
      </p:sp>
    </p:spTree>
    <p:extLst>
      <p:ext uri="{BB962C8B-B14F-4D97-AF65-F5344CB8AC3E}">
        <p14:creationId xmlns:p14="http://schemas.microsoft.com/office/powerpoint/2010/main" val="350112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Macintosh PowerPoint</Application>
  <PresentationFormat>화면 슬라이드 쇼(16:9)</PresentationFormat>
  <Paragraphs>31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Arial</vt:lpstr>
      <vt:lpstr>NanumGothic</vt:lpstr>
      <vt:lpstr>NanumGothicExtraBold</vt:lpstr>
      <vt:lpstr>Inter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강태혁</cp:lastModifiedBy>
  <cp:revision>1</cp:revision>
  <dcterms:modified xsi:type="dcterms:W3CDTF">2026-04-28T09:48:06Z</dcterms:modified>
</cp:coreProperties>
</file>