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2" r:id="rId6"/>
    <p:sldId id="263" r:id="rId7"/>
    <p:sldId id="265" r:id="rId8"/>
    <p:sldId id="260" r:id="rId9"/>
  </p:sldIdLst>
  <p:sldSz cx="9144000" cy="5143500" type="screen16x9"/>
  <p:notesSz cx="6858000" cy="9144000"/>
  <p:embeddedFontLst>
    <p:embeddedFont>
      <p:font typeface="Nanum Gothic" panose="020B0600000101010101" charset="-127"/>
      <p:regular r:id="rId11"/>
      <p:bold r:id="rId12"/>
    </p:embeddedFont>
    <p:embeddedFont>
      <p:font typeface="NanumGothicExtraBold" pitchFamily="2" charset="-127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73" autoAdjust="0"/>
  </p:normalViewPr>
  <p:slideViewPr>
    <p:cSldViewPr snapToGrid="0">
      <p:cViewPr varScale="1">
        <p:scale>
          <a:sx n="58" d="100"/>
          <a:sy n="58" d="100"/>
        </p:scale>
        <p:origin x="72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여기부터는 스터디 발표에 쓰이는 PPT 슬라이드입니다!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이렇게 스터디원들을 만나 공부하신 사진을 넣어주시고 만남 인증을 해주세요!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비대면일 경우 화면 캡처를 이용해주시면 됩니다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7956EEF-788B-84D0-5002-91945666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81346C5A-0E40-968C-22D6-F0B025449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BCFA90D1-6B2D-FB55-9AF4-3A03C8D92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9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886474-70D4-A220-0C31-398AA3B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6DF14C2D-D848-30F2-7B80-7F194E67A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A52918AE-0445-49BF-F6B3-48021256F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218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C48503-FCE6-35DB-0647-2C464C29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27E6C7D2-915A-0993-1DDA-94DAFFEBE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67012497-AEDE-2975-7E64-F15B8187E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516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4E99CF-2D6E-00C9-C9AF-F5E1100C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0C360333-1623-7F4F-BFE8-B9561A666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F28EF8DA-EDB8-3B64-A74F-329D1A133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640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2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2025.0</a:t>
            </a:r>
            <a:r>
              <a:rPr lang="en-US" altLang="ko" dirty="0">
                <a:solidFill>
                  <a:srgbClr val="19264B"/>
                </a:solidFill>
              </a:rPr>
              <a:t>4. 28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김동인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2106306" y="1262100"/>
            <a:ext cx="2465694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활동 사진이 있다면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(카카오톡 대화 화면 캡쳐 이용 가능)</a:t>
            </a:r>
            <a:endParaRPr sz="1200" dirty="0"/>
          </a:p>
        </p:txBody>
      </p:sp>
      <p:sp>
        <p:nvSpPr>
          <p:cNvPr id="75" name="Google Shape;75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755594" y="2142962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김</a:t>
            </a:r>
            <a:r>
              <a:rPr lang="ko-KR" altLang="en-US" dirty="0"/>
              <a:t>동인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 err="1"/>
              <a:t>서용훈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최윤서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D28580-21EC-CC69-BC1A-9C77B56E9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25" y="1306404"/>
            <a:ext cx="2233655" cy="3325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02CB7B8-0960-FC18-D670-FB302FF83877}"/>
              </a:ext>
            </a:extLst>
          </p:cNvPr>
          <p:cNvSpPr txBox="1"/>
          <p:nvPr/>
        </p:nvSpPr>
        <p:spPr>
          <a:xfrm>
            <a:off x="2082300" y="1250440"/>
            <a:ext cx="4979400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+mn-lt"/>
              </a:rPr>
              <a:t>01. </a:t>
            </a:r>
            <a:r>
              <a:rPr lang="ko-KR" altLang="en-US" sz="2000" dirty="0">
                <a:latin typeface="+mn-lt"/>
              </a:rPr>
              <a:t>주제 선정</a:t>
            </a:r>
            <a:endParaRPr lang="en-US" altLang="ko-KR" sz="2000" dirty="0">
              <a:latin typeface="+mn-lt"/>
            </a:endParaRPr>
          </a:p>
          <a:p>
            <a:pPr marL="457200" lvl="0" indent="-457200">
              <a:lnSpc>
                <a:spcPct val="115000"/>
              </a:lnSpc>
              <a:buAutoNum type="arabicPeriod"/>
            </a:pP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solidFill>
                  <a:srgbClr val="19264B"/>
                </a:solidFill>
                <a:latin typeface="+mn-lt"/>
                <a:ea typeface="NanumGothicExtraBold"/>
                <a:sym typeface="NanumGothicExtraBold"/>
              </a:rPr>
              <a:t>02. </a:t>
            </a:r>
            <a:r>
              <a:rPr lang="ko-KR" altLang="en-US" sz="2000" dirty="0"/>
              <a:t>데이터셋 소개</a:t>
            </a: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cs typeface="NanumGothicExtraBold"/>
              <a:sym typeface="NanumGothicExtraBold"/>
            </a:endParaRPr>
          </a:p>
          <a:p>
            <a:pPr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sym typeface="NanumGothicExtraBold"/>
            </a:endParaRPr>
          </a:p>
          <a:p>
            <a:pPr>
              <a:lnSpc>
                <a:spcPct val="115000"/>
              </a:lnSpc>
            </a:pPr>
            <a:r>
              <a:rPr lang="en-US" altLang="ko-KR" sz="2000" dirty="0">
                <a:solidFill>
                  <a:srgbClr val="19264B"/>
                </a:solidFill>
                <a:latin typeface="+mn-lt"/>
                <a:ea typeface="NanumGothicExtraBold"/>
                <a:sym typeface="NanumGothicExtraBold"/>
              </a:rPr>
              <a:t>03. </a:t>
            </a:r>
            <a:r>
              <a:rPr lang="ko-KR" altLang="en-US" sz="2000" dirty="0"/>
              <a:t>로드맵</a:t>
            </a:r>
            <a:endParaRPr lang="en-US" altLang="ko-KR" sz="2000" dirty="0">
              <a:latin typeface="+mn-lt"/>
            </a:endParaRPr>
          </a:p>
          <a:p>
            <a:pPr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cs typeface="NanumGothicExtraBold"/>
              <a:sym typeface="NanumGothicExtraBold"/>
            </a:endParaRPr>
          </a:p>
          <a:p>
            <a:pPr>
              <a:lnSpc>
                <a:spcPct val="115000"/>
              </a:lnSpc>
            </a:pPr>
            <a:r>
              <a:rPr lang="en-US" altLang="ko-KR" sz="2000" dirty="0">
                <a:solidFill>
                  <a:srgbClr val="19264B"/>
                </a:solidFill>
                <a:latin typeface="+mn-lt"/>
                <a:ea typeface="NanumGothicExtraBold"/>
                <a:cs typeface="NanumGothicExtraBold"/>
                <a:sym typeface="NanumGothicExtraBold"/>
              </a:rPr>
              <a:t>04. </a:t>
            </a:r>
            <a:r>
              <a:rPr lang="ko-KR" altLang="en-US" sz="2000" dirty="0">
                <a:latin typeface="+mn-lt"/>
              </a:rPr>
              <a:t>프로젝트 목표 </a:t>
            </a: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A523F81-9835-87ED-7956-2ABC00E4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C70A026F-885C-9C63-E439-D99252DE246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B705BD62-7462-84D7-B3EC-19E82AE1933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AD19D14C-6F44-0B2E-CD17-D091AF9603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85503F4C-E467-15F0-A415-01891F02F61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선정</a:t>
            </a:r>
            <a:endParaRPr lang="en-US" altLang="ko-KR"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Google Shape;84;p15">
            <a:extLst>
              <a:ext uri="{FF2B5EF4-FFF2-40B4-BE49-F238E27FC236}">
                <a16:creationId xmlns:a16="http://schemas.microsoft.com/office/drawing/2014/main" id="{F378B484-5B2C-A54A-3B5A-53C9FAD5A77E}"/>
              </a:ext>
            </a:extLst>
          </p:cNvPr>
          <p:cNvSpPr txBox="1"/>
          <p:nvPr/>
        </p:nvSpPr>
        <p:spPr>
          <a:xfrm>
            <a:off x="2082299" y="1250440"/>
            <a:ext cx="6518003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lt"/>
              </a:rPr>
              <a:t>조원들의 데이터 분석 숙련도 </a:t>
            </a: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+mn-lt"/>
              </a:rPr>
              <a:t>	: </a:t>
            </a:r>
            <a:r>
              <a:rPr lang="ko-KR" altLang="en-US" sz="2000" dirty="0">
                <a:latin typeface="+mn-lt"/>
              </a:rPr>
              <a:t>적절한 난이도의 데이터셋 선정 필요</a:t>
            </a: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+mn-lt"/>
              </a:rPr>
              <a:t>- </a:t>
            </a:r>
            <a:r>
              <a:rPr lang="ko-KR" altLang="en-US" sz="2000" dirty="0">
                <a:latin typeface="+mn-lt"/>
              </a:rPr>
              <a:t>적당한 규모의 데이터셋</a:t>
            </a:r>
            <a:endParaRPr lang="en-US" altLang="ko-KR" sz="2000" dirty="0">
              <a:latin typeface="+mn-lt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+mn-lt"/>
              </a:rPr>
              <a:t>- </a:t>
            </a:r>
            <a:r>
              <a:rPr lang="ko-KR" altLang="en-US" sz="2000" dirty="0">
                <a:latin typeface="+mn-lt"/>
              </a:rPr>
              <a:t>도메인 지식 기반 데이터 처리 및 모델 구현</a:t>
            </a:r>
            <a:endParaRPr lang="en-US" altLang="ko-KR" sz="2000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170796-81FC-8F9E-11A7-C9693B59C1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78" r="41178" b="61551"/>
          <a:stretch>
            <a:fillRect/>
          </a:stretch>
        </p:blipFill>
        <p:spPr>
          <a:xfrm>
            <a:off x="2191830" y="2142962"/>
            <a:ext cx="3149470" cy="119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9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41AAEF58-7D5A-3CC5-7185-97747637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CD1B54-C8D6-21ED-2B11-0FBFA7057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949" y="132322"/>
            <a:ext cx="1988228" cy="994114"/>
          </a:xfrm>
          <a:prstGeom prst="rect">
            <a:avLst/>
          </a:prstGeom>
        </p:spPr>
      </p:pic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2DC2D31-A076-D80A-2A23-73D6070294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6E0E6408-6117-2474-6C13-D1DF1EC6881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49FD2B7D-6025-ED21-B34C-FE52694816E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B856D6C-0CE6-1C6B-787B-44B26E10C71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 소개</a:t>
            </a:r>
            <a:endParaRPr lang="en-US" altLang="ko-KR"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2DF49393-EF99-DD4E-E092-E42FCE47B47A}"/>
              </a:ext>
            </a:extLst>
          </p:cNvPr>
          <p:cNvSpPr txBox="1"/>
          <p:nvPr/>
        </p:nvSpPr>
        <p:spPr>
          <a:xfrm>
            <a:off x="2082299" y="1250440"/>
            <a:ext cx="6518003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약 </a:t>
            </a:r>
            <a:r>
              <a:rPr lang="en-US" altLang="ko-KR" sz="2000" dirty="0"/>
              <a:t>60</a:t>
            </a:r>
            <a:r>
              <a:rPr lang="ko-KR" altLang="en-US" sz="2000" dirty="0"/>
              <a:t>만행의 중형 규모 데이터셋</a:t>
            </a:r>
            <a:endParaRPr lang="en-US" altLang="ko-KR" sz="2000" dirty="0"/>
          </a:p>
          <a:p>
            <a:pPr lvl="0">
              <a:lnSpc>
                <a:spcPct val="115000"/>
              </a:lnSpc>
            </a:pPr>
            <a:endParaRPr lang="en-US" altLang="ko-KR" sz="2000" dirty="0">
              <a:latin typeface="+mn-lt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수치형</a:t>
            </a:r>
            <a:r>
              <a:rPr lang="en-US" altLang="ko-KR" sz="2000" dirty="0"/>
              <a:t>, </a:t>
            </a:r>
            <a:r>
              <a:rPr lang="ko-KR" altLang="en-US" sz="2000" dirty="0"/>
              <a:t>이진형</a:t>
            </a:r>
            <a:r>
              <a:rPr lang="en-US" altLang="ko-KR" sz="2000" dirty="0"/>
              <a:t>, </a:t>
            </a:r>
            <a:r>
              <a:rPr lang="ko-KR" altLang="en-US" sz="2000" dirty="0"/>
              <a:t>순서형 등 다양한 변수의 유형 존재</a:t>
            </a: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+mn-lt"/>
            </a:endParaRP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/>
              <a:t>흉통</a:t>
            </a:r>
            <a:r>
              <a:rPr lang="ko-KR" altLang="en-US" sz="2000" dirty="0"/>
              <a:t> 유형</a:t>
            </a:r>
            <a:r>
              <a:rPr lang="en-US" altLang="ko-KR" sz="2000" dirty="0"/>
              <a:t>, </a:t>
            </a:r>
            <a:r>
              <a:rPr lang="ko-KR" altLang="en-US" sz="2000" dirty="0"/>
              <a:t>혈압</a:t>
            </a:r>
            <a:r>
              <a:rPr lang="en-US" altLang="ko-KR" sz="2000" dirty="0"/>
              <a:t>, </a:t>
            </a:r>
            <a:r>
              <a:rPr lang="ko-KR" altLang="en-US" sz="2000" dirty="0"/>
              <a:t>콜레스테롤 수치 등 실제 의학적 사실을 바탕으로 한 변수들을 다룸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6757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5FE46C4-A360-0AD2-2C68-6438F0C7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8C98EA6-21BA-F248-FFDC-CE285FC1FA6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C8632BDB-C0B7-8257-52BE-4CFA654F7E2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762D8CFF-92C4-B238-D3E6-3022A58556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7162A68-93EF-10AB-5B5A-EE634EA21CE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로드맵</a:t>
            </a: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8BE94249-D828-1B9D-3B50-B65093EB90F6}"/>
              </a:ext>
            </a:extLst>
          </p:cNvPr>
          <p:cNvSpPr txBox="1"/>
          <p:nvPr/>
        </p:nvSpPr>
        <p:spPr>
          <a:xfrm>
            <a:off x="2082299" y="1240631"/>
            <a:ext cx="6518003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변수 특성에 따라 </a:t>
            </a:r>
            <a:r>
              <a:rPr lang="ko-KR" altLang="en-US" sz="2000" dirty="0" err="1"/>
              <a:t>로버스트</a:t>
            </a:r>
            <a:r>
              <a:rPr lang="ko-KR" altLang="en-US" sz="2000" dirty="0"/>
              <a:t> 스케일링</a:t>
            </a:r>
            <a:r>
              <a:rPr lang="en-US" altLang="ko-KR" sz="2000" dirty="0"/>
              <a:t>, </a:t>
            </a:r>
            <a:r>
              <a:rPr lang="ko-KR" altLang="en-US" sz="2000" dirty="0"/>
              <a:t>원</a:t>
            </a:r>
            <a:r>
              <a:rPr lang="en-US" altLang="ko-KR" sz="2000" dirty="0"/>
              <a:t>-</a:t>
            </a:r>
            <a:r>
              <a:rPr lang="ko-KR" altLang="en-US" sz="2000" dirty="0"/>
              <a:t>핫 인코딩 등의 데이터 </a:t>
            </a:r>
            <a:r>
              <a:rPr lang="ko-KR" altLang="en-US" sz="2000" dirty="0" err="1"/>
              <a:t>전처리</a:t>
            </a:r>
            <a:r>
              <a:rPr lang="ko-KR" altLang="en-US" sz="2000" dirty="0"/>
              <a:t> 기법 적용</a:t>
            </a: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연속적인 변수의 구간화나 변수 간의 조합을 통한 새로운 변수 창출</a:t>
            </a:r>
            <a:r>
              <a:rPr lang="en-US" altLang="ko-KR" sz="2000" dirty="0"/>
              <a:t>(</a:t>
            </a:r>
            <a:r>
              <a:rPr lang="ko-KR" altLang="en-US" sz="2000" dirty="0"/>
              <a:t>피처 엔지니어링</a:t>
            </a:r>
            <a:r>
              <a:rPr lang="en-US" altLang="ko-KR" sz="2000" dirty="0"/>
              <a:t>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/>
              <a:t>LightGBM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XGBoost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CatBoost</a:t>
            </a:r>
            <a:r>
              <a:rPr lang="en-US" altLang="ko-KR" sz="2000" dirty="0"/>
              <a:t> </a:t>
            </a:r>
            <a:r>
              <a:rPr lang="ko-KR" altLang="en-US" sz="2000" dirty="0"/>
              <a:t>등의 고성능</a:t>
            </a:r>
            <a:r>
              <a:rPr lang="en-US" altLang="ko-KR" sz="2000" dirty="0"/>
              <a:t> Gradient Boosting </a:t>
            </a:r>
            <a:r>
              <a:rPr lang="ko-KR" altLang="en-US" sz="2000" dirty="0"/>
              <a:t>모델 적용 및 앙상블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15687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3A98A49-181B-DB42-39F3-B446D452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9D73189-E530-159E-A0E4-18D7C05EFF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937BBC1-AD9F-7DC1-3B41-8F1F9483F3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872CA55-94EB-22C9-BA51-B6A5C3B3768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목표</a:t>
            </a: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8A0A7971-E106-9406-2199-E2134AAE4028}"/>
              </a:ext>
            </a:extLst>
          </p:cNvPr>
          <p:cNvSpPr txBox="1"/>
          <p:nvPr/>
        </p:nvSpPr>
        <p:spPr>
          <a:xfrm>
            <a:off x="2082299" y="1240631"/>
            <a:ext cx="6518003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생체 지표 간의 상관관계를 분석하여 심장 질환을 높은 정밀도로 예측하는 모델 구현</a:t>
            </a: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도메인 지식 기반의 데이터 가공 실험 및 중급 규모의 데이터셋에서의 데이터 분석 훈련</a:t>
            </a: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공개 되어있는 상위권 제출물과의 비교 및 피드백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99684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dirty="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감사합니다</a:t>
            </a:r>
            <a:endParaRPr sz="4800" dirty="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240</Words>
  <Application>Microsoft Office PowerPoint</Application>
  <PresentationFormat>화면 슬라이드 쇼(16:9)</PresentationFormat>
  <Paragraphs>53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NanumGothicExtraBold</vt:lpstr>
      <vt:lpstr>Arial</vt:lpstr>
      <vt:lpstr>Nanum 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YOON</dc:creator>
  <cp:lastModifiedBy>최윤서</cp:lastModifiedBy>
  <cp:revision>4</cp:revision>
  <dcterms:modified xsi:type="dcterms:W3CDTF">2026-04-28T08:32:28Z</dcterms:modified>
</cp:coreProperties>
</file>