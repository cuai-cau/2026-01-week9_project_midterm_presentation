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9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이렇게 스터디원들을 만나 공부하신 사진을 넣어주시고 만남 인증을 해주세요!</a:t>
            </a:r>
            <a:endParaRPr lang="ko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비대면일 경우 화면 캡처를 이용해주시면 됩니다</a:t>
            </a:r>
            <a:endParaRPr lang="ko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/>
              <a:t/>
            </a: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pn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</a:t>
            </a: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</a:t>
            </a: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b="1"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</a:t>
            </a: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</a:t>
            </a: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Relationship Id="rId4" Type="http://schemas.openxmlformats.org/officeDocument/2006/relationships/image" Target="../media/image3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Relationship Id="rId4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Relationship Id="rId4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1.xml"  /><Relationship Id="rId3" Type="http://schemas.openxmlformats.org/officeDocument/2006/relationships/image" Target="../media/image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53325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500" b="1">
                <a:solidFill>
                  <a:srgbClr val="19264b"/>
                </a:solidFill>
              </a:rPr>
              <a:t>Advanced NLP 1</a:t>
            </a:r>
            <a:r>
              <a:rPr lang="ko" sz="2500" b="1">
                <a:solidFill>
                  <a:srgbClr val="19264b"/>
                </a:solidFill>
              </a:rPr>
              <a:t>팀</a:t>
            </a:r>
            <a:endParaRPr lang="ko" sz="2500" b="1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>
                <a:solidFill>
                  <a:srgbClr val="19264b"/>
                </a:solidFill>
              </a:rPr>
              <a:t>2026.04.28</a:t>
            </a:r>
            <a:endParaRPr lang="en-US" altLang="ko-KR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rgbClr val="19264b"/>
                </a:solidFill>
              </a:rPr>
              <a:t>발표자</a:t>
            </a:r>
            <a:r>
              <a:rPr lang="en-US" altLang="ko-KR">
                <a:solidFill>
                  <a:srgbClr val="19264b"/>
                </a:solidFill>
              </a:rPr>
              <a:t>:</a:t>
            </a:r>
            <a:r>
              <a:rPr lang="ko-KR" altLang="en-US">
                <a:solidFill>
                  <a:srgbClr val="19264b"/>
                </a:solidFill>
              </a:rPr>
              <a:t> </a:t>
            </a:r>
            <a:endParaRPr lang="ko-KR" altLang="en-US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" sz="110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66" name="Google Shape;66;p13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73" name="Google Shape;73;p14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w="38100" cap="flat" cmpd="sng">
            <a:solidFill>
              <a:srgbClr val="19264b"/>
            </a:solidFill>
            <a:prstDash val="solid"/>
            <a:round/>
            <a:headEnd w="sm" len="sm"/>
            <a:tailEnd w="sm" len="sm"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/>
              <a:t>활동 사진이 있다면 사진을 넣어주세요.</a:t>
            </a:r>
            <a:endParaRPr lang="ko" sz="12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200"/>
              <a:t>(카카오톡 대화 화면 캡쳐 이용 가능)</a:t>
            </a:r>
            <a:endParaRPr sz="1200"/>
          </a:p>
        </p:txBody>
      </p:sp>
      <p:sp>
        <p:nvSpPr>
          <p:cNvPr id="75" name="Google Shape;75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137600" y="1820125"/>
            <a:ext cx="2282100" cy="2309900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1 : </a:t>
            </a:r>
            <a:r>
              <a:rPr lang="ko-KR" altLang="en-US"/>
              <a:t>양희원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2 : </a:t>
            </a:r>
            <a:r>
              <a:rPr lang="ko-KR" altLang="en-US"/>
              <a:t>홍성빈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스터디원 3 :</a:t>
            </a:r>
            <a:r>
              <a:rPr lang="ko-KR" altLang="en-US"/>
              <a:t> 최서윤</a:t>
            </a:r>
            <a:r>
              <a:rPr lang="ko"/>
              <a:t> </a:t>
            </a:r>
            <a:endParaRPr lang="ko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스터디원 </a:t>
            </a:r>
            <a:r>
              <a:rPr lang="en-US" altLang="ko-KR"/>
              <a:t>4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박태순</a:t>
            </a: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>
                <a:solidFill>
                  <a:schemeClr val="tx1"/>
                </a:solidFill>
              </a:rPr>
              <a:t>매주 화요일 세션 직후 회의 진행 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7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09881" y="1270000"/>
            <a:ext cx="4287891" cy="3393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83" name="Google Shape;83;p15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4" y="306874"/>
            <a:ext cx="7340298" cy="157525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프로젝트 주제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: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kaggle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competition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각 질문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(query)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에 대해 관련 스위스 법률 근거를 찾고 그 근거에 해당하는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citation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집합을 예측하는 대회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.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86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24679" y="1982013"/>
            <a:ext cx="7304128" cy="27669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91" name="Google Shape;91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4"/>
            <a:ext cx="7462411" cy="403270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데이터셋 소개 </a:t>
            </a: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train/val/test data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laws_de data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9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485734" y="1111355"/>
            <a:ext cx="4172532" cy="1219313"/>
          </a:xfrm>
          <a:prstGeom prst="rect">
            <a:avLst/>
          </a:prstGeom>
        </p:spPr>
      </p:pic>
      <p:pic>
        <p:nvPicPr>
          <p:cNvPr id="9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56890" y="2915893"/>
            <a:ext cx="6230220" cy="1583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91" name="Google Shape;91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3" y="306874"/>
            <a:ext cx="7372862" cy="4737551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court_considerations data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pic>
        <p:nvPicPr>
          <p:cNvPr id="9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500023" y="1038769"/>
            <a:ext cx="4143953" cy="2105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w="med" len="med"/>
            <a:tailEnd w="med" len="med"/>
          </a:ln>
        </p:spPr>
      </p:cxnSp>
      <p:pic>
        <p:nvPicPr>
          <p:cNvPr id="91" name="Google Shape;91;p16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3" y="306873"/>
            <a:ext cx="7372862" cy="4032702"/>
          </a:xfrm>
          <a:prstGeom prst="rect">
            <a:avLst/>
          </a:prstGeom>
          <a:noFill/>
          <a:ln>
            <a:noFill/>
          </a:ln>
        </p:spPr>
        <p:txBody>
          <a:bodyPr wrap="square" lIns="91424" tIns="91424" rIns="91424" bIns="91424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현재 단계</a:t>
            </a: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query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와 법조문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,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판례의 언어 불일치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-&gt;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hugging face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의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legal-swiss-roberta-large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모델을 사용한 다국어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embedding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LLM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으로 학습한 뒤 유사도를 통한 예측은 성능이 좋지 않았음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.</a:t>
            </a: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-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 법률 문서의 상호 참조 구조를 보존하기 위해 </a:t>
            </a:r>
            <a:r>
              <a:rPr lang="en-US" altLang="ko-KR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graphrag</a:t>
            </a:r>
            <a:r>
              <a:rPr lang="ko-KR" altLang="en-US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도입 예정 및 관련 논문 탐색</a:t>
            </a:r>
            <a:endParaRPr lang="ko-KR" altLang="en-US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64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100</ep:Words>
  <ep:PresentationFormat/>
  <ep:Paragraphs>21</ep:Paragraphs>
  <ep:Slides>7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oksow</cp:lastModifiedBy>
  <dcterms:modified xsi:type="dcterms:W3CDTF">2026-04-28T09:59:57.715</dcterms:modified>
  <cp:revision>32</cp:revision>
  <cp:version/>
</cp:coreProperties>
</file>